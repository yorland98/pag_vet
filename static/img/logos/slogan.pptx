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8CAA8-F454-ED48-18BC-12354D454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714FB7-079A-3228-B8B3-08A8BBB59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61C1D6-A281-7229-4158-A2DA668A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D281A5-8991-C84A-693B-D9D61B6A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56966B-621F-0501-4667-D3F6A839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103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BF088-4F7C-280C-44F8-6C039E76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054DA2-A1BC-6ADC-054C-B91766E3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3AC4F2-CB76-02D7-C59E-9F6C9E46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4D7CC1-950A-19AC-0BB6-3F99CA64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2C9D75-F725-CC27-DBFA-0611D331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060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FCEE0-A3AA-0C91-CA8A-15838E56D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44C1C3-ECA3-9241-652D-C98DFDFE6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9B2490-EBC0-1DBD-4AE7-06FC41BB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F16A67-0266-AC5D-0AC4-C9D4F0FB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DA845-450D-D294-5F6B-E1783B2E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929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98172-5386-ED5D-75B1-3E286E8B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F6E750-58B2-9360-4D43-7487435D7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BB5213-31D5-F1D2-1800-E1154F849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52064A-B472-6C47-EB6B-DA2571D4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74E6A4-3CC7-17BC-92BB-8C433F2F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B5F6F4-754A-80F7-CCCD-2B4B2759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725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11842-D9FC-FA96-4036-8E21AE44F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12DEB6-D8CC-3F35-EB42-147871B81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30581B-DEAE-CACC-4A4B-69DEF21D4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729002C-899C-0270-51B4-90C45CD00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19970B-C28F-2883-C944-97C1F2D50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67B0CD-2118-18A6-96BC-16F97725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9C73C7-F1FE-BE17-74C4-ED438914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CE2B55-0B22-6AFD-82FE-824285BA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18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FF6E7-6B8D-9901-0CFC-A9FA829C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A65A4B-4CA3-351B-7735-4CF25D82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D77272-9AB8-9299-203C-677C8941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DFC5B0-37CD-2EBC-87C9-758AE34C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9520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5BC23A-A704-8DB4-E16D-D9D96B1D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4484AE-BF1B-8F4D-607F-C1E3BDD8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F5BE87-9092-A542-7268-28E74B45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952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A8FA5-B271-585E-EB3F-8FD82FB4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3A2AAC-4268-0D44-5930-75F66A649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0078F8-5E44-D9A6-8309-1EC523B9D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F9CE46-EA66-1B22-0CDE-3585BACE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F5A58A-8659-C36F-1D6C-47261EC9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33FD5E-4151-F341-39D5-EB6733E6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172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76554-F3B4-1BA8-AE06-E4E93604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C5C014-E91B-DBC4-90F1-C15AA3C48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E043E3-2A52-503F-9A14-98C3899EF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1D0016-658A-24F9-953B-BE0215CE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AB2350-BE34-7156-B9B2-04D9475D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E9AF52-6AFE-A0C7-87DC-7E042467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322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D2E95-A9DE-DE32-8E60-8773C8C4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6D15AB-3C78-64C2-CBE3-1F5849432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488C0-2089-5F58-8476-A0966B76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A75DB-E68F-795A-DA54-0D29CBAB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57AC59-6732-CA86-1AB6-48D9440E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63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839B37-5878-E299-9E6C-51C676D2F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265A55-743A-F00A-CFDC-7083DC661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E5A29-F366-8789-5A5B-AA7BA150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B13145-8F35-9CAE-610F-D33BBEAB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8DD10C-9E78-439C-7BD2-519513DA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056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66D1EC-F954-C870-5A23-4F3E3344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D45CD7-F166-8373-29F1-5A1B596E0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4F60CB-4383-EC6F-7A1E-CC8BCDCD6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B77F9-8F5C-437D-A518-A0ACC97E4523}" type="datetimeFigureOut">
              <a:rPr lang="es-CO" smtClean="0"/>
              <a:t>22/09/2025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04BC4C-590A-06AC-3D05-FD16A2D58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73C568-5769-B575-0C22-2164E08CD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7E7E1-08C4-4F60-BF63-153BB60187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94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F39EFF9-CA1F-53D2-C59D-20F72FC00A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6600" dirty="0">
                <a:latin typeface="Rastanty Cortez" panose="020F0502020204030204" pitchFamily="2" charset="0"/>
                <a:cs typeface="Dreaming Outloud Script Pro" panose="020F0502020204030204" pitchFamily="66" charset="0"/>
              </a:rPr>
              <a:t>Álvaro Andrés Contreras</a:t>
            </a:r>
          </a:p>
        </p:txBody>
      </p:sp>
    </p:spTree>
    <p:extLst>
      <p:ext uri="{BB962C8B-B14F-4D97-AF65-F5344CB8AC3E}">
        <p14:creationId xmlns:p14="http://schemas.microsoft.com/office/powerpoint/2010/main" val="3838207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Rastanty Cortez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RYM OPERACIONES</dc:creator>
  <cp:lastModifiedBy>RYM OPERACIONES</cp:lastModifiedBy>
  <cp:revision>1</cp:revision>
  <dcterms:created xsi:type="dcterms:W3CDTF">2025-09-22T21:26:07Z</dcterms:created>
  <dcterms:modified xsi:type="dcterms:W3CDTF">2025-09-22T21:29:37Z</dcterms:modified>
</cp:coreProperties>
</file>